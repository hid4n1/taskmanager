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0" r:id="rId9"/>
    <p:sldId id="262" r:id="rId10"/>
    <p:sldId id="263" r:id="rId11"/>
    <p:sldId id="269" r:id="rId12"/>
    <p:sldId id="270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3"/>
  </p:normalViewPr>
  <p:slideViewPr>
    <p:cSldViewPr snapToGrid="0" snapToObjects="1">
      <p:cViewPr varScale="1">
        <p:scale>
          <a:sx n="53" d="100"/>
          <a:sy n="53" d="100"/>
        </p:scale>
        <p:origin x="32" y="1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181E7-028D-024E-ABD9-D5629CD303C9}" type="datetimeFigureOut">
              <a:rPr lang="fr-FR" smtClean="0"/>
              <a:t>24/12/2025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C7ED5-D0E4-6040-A4D6-DB6F527A88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34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7ED5-D0E4-6040-A4D6-DB6F527A88C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746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Task Manager – ASP.NET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9857" y="3222170"/>
            <a:ext cx="7968343" cy="3265715"/>
          </a:xfrm>
        </p:spPr>
        <p:txBody>
          <a:bodyPr>
            <a:normAutofit/>
          </a:bodyPr>
          <a:lstStyle/>
          <a:p>
            <a:r>
              <a:rPr lang="fr-FR" dirty="0"/>
              <a:t>Système de gestion des tâches Scrum &amp; Kanban</a:t>
            </a:r>
            <a:endParaRPr lang="en-US" dirty="0"/>
          </a:p>
          <a:p>
            <a:endParaRPr dirty="0"/>
          </a:p>
          <a:p>
            <a:r>
              <a:rPr lang="fr-FR" sz="1600" dirty="0"/>
              <a:t>Présenté par :</a:t>
            </a:r>
          </a:p>
          <a:p>
            <a:r>
              <a:rPr sz="1600" dirty="0" err="1"/>
              <a:t>Sayakoul</a:t>
            </a:r>
            <a:r>
              <a:rPr sz="1600" dirty="0"/>
              <a:t> Diyae-eddine</a:t>
            </a:r>
          </a:p>
          <a:p>
            <a:r>
              <a:rPr sz="1600" dirty="0" err="1"/>
              <a:t>Hannaoui</a:t>
            </a:r>
            <a:r>
              <a:rPr sz="1600" dirty="0"/>
              <a:t> Yassine</a:t>
            </a:r>
          </a:p>
          <a:p>
            <a:r>
              <a:rPr lang="fr-FR" sz="1600" dirty="0" err="1"/>
              <a:t>Enn</a:t>
            </a:r>
            <a:r>
              <a:rPr sz="1600" dirty="0"/>
              <a:t>aji Mohamed Najib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54B75-665B-4896-7DEB-8AE7AEAD1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79" y="370115"/>
            <a:ext cx="28829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rPr lang="fr-FR" sz="3600" b="1" dirty="0"/>
              <a:t>Présentation du 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lang="fr-FR" sz="2800" dirty="0"/>
              <a:t>Système académique de gestion des tâches basé sur la méthodologie </a:t>
            </a:r>
            <a:r>
              <a:rPr lang="fr-FR" sz="2800" b="1" dirty="0"/>
              <a:t>Scrum</a:t>
            </a:r>
            <a:r>
              <a:rPr lang="fr-FR" sz="2800" dirty="0"/>
              <a:t>.</a:t>
            </a:r>
            <a:br>
              <a:rPr lang="fr-FR" sz="2800" dirty="0"/>
            </a:br>
            <a:r>
              <a:rPr lang="fr-FR" sz="2800" dirty="0"/>
              <a:t>Il implémente un flux de travail </a:t>
            </a:r>
            <a:r>
              <a:rPr lang="fr-FR" sz="2800" b="1" dirty="0"/>
              <a:t>Kanban</a:t>
            </a:r>
            <a:r>
              <a:rPr lang="fr-FR" sz="2800" dirty="0"/>
              <a:t>, un </a:t>
            </a:r>
            <a:r>
              <a:rPr lang="fr-FR" sz="2800" b="1" dirty="0"/>
              <a:t>contrôle d’accès basé sur les rôles</a:t>
            </a:r>
            <a:r>
              <a:rPr lang="fr-FR" sz="2800" dirty="0"/>
              <a:t>, et une </a:t>
            </a:r>
            <a:r>
              <a:rPr lang="fr-FR" sz="2800" b="1" dirty="0"/>
              <a:t>architecture MVC propre</a:t>
            </a:r>
            <a:r>
              <a:rPr lang="fr-FR" sz="2800" dirty="0"/>
              <a:t>.</a:t>
            </a:r>
            <a:endParaRPr sz="28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A7FCD5-EFBF-3D4A-5E7F-13459066C607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FFFFFF"/>
                </a:solidFill>
                <a:effectLst/>
                <a:latin typeface="Segoe UI Variable Text" pitchFamily="2" charset="0"/>
              </a:rPr>
              <a:t>Système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rPr lang="fr-FR" sz="3600" b="1" dirty="0"/>
              <a:t>Pile technologique (</a:t>
            </a:r>
            <a:r>
              <a:rPr lang="fr-FR" sz="3600" b="1" dirty="0" err="1"/>
              <a:t>Technology</a:t>
            </a:r>
            <a:r>
              <a:rPr lang="fr-FR" sz="3600" b="1" dirty="0"/>
              <a:t> Stack)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800" dirty="0"/>
              <a:t>• ASP.NET Core MVC (.NET 8)</a:t>
            </a:r>
          </a:p>
          <a:p>
            <a:pPr marL="0" indent="0">
              <a:buNone/>
            </a:pPr>
            <a:r>
              <a:rPr sz="2800" dirty="0"/>
              <a:t>• Entity Framework Core + SQLite</a:t>
            </a:r>
          </a:p>
          <a:p>
            <a:pPr marL="0" indent="0">
              <a:buNone/>
            </a:pPr>
            <a:r>
              <a:rPr sz="2800" dirty="0"/>
              <a:t>• ASP.NET Identity (RBAC)</a:t>
            </a:r>
          </a:p>
          <a:p>
            <a:pPr marL="0" indent="0">
              <a:buNone/>
            </a:pPr>
            <a:r>
              <a:rPr sz="2800" dirty="0"/>
              <a:t> </a:t>
            </a:r>
            <a:r>
              <a:rPr lang="fr-FR" sz="2800" dirty="0"/>
              <a:t>• </a:t>
            </a:r>
            <a:r>
              <a:rPr sz="2800" dirty="0"/>
              <a:t>Razor Views &amp; Bootstrap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1F739-8D6F-3DA2-2791-395862FF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des cas d’utilisations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890BE3C0-E9C8-AC6A-07F6-425508780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463" y="1792706"/>
            <a:ext cx="4969042" cy="4790656"/>
          </a:xfrm>
        </p:spPr>
      </p:pic>
    </p:spTree>
    <p:extLst>
      <p:ext uri="{BB962C8B-B14F-4D97-AF65-F5344CB8AC3E}">
        <p14:creationId xmlns:p14="http://schemas.microsoft.com/office/powerpoint/2010/main" val="360370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121B4-A377-FAF4-140E-5570B2BA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classes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D5591AF-5238-36F5-C835-86D442850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3653" y="1876926"/>
            <a:ext cx="5077325" cy="4525963"/>
          </a:xfrm>
        </p:spPr>
      </p:pic>
    </p:spTree>
    <p:extLst>
      <p:ext uri="{BB962C8B-B14F-4D97-AF65-F5344CB8AC3E}">
        <p14:creationId xmlns:p14="http://schemas.microsoft.com/office/powerpoint/2010/main" val="273754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736450-438D-50B3-277C-2707B9F3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</a:t>
            </a:r>
            <a:r>
              <a:rPr lang="fr-FR" dirty="0" err="1"/>
              <a:t>sequences</a:t>
            </a:r>
            <a:endParaRPr lang="fr-FR" dirty="0"/>
          </a:p>
        </p:txBody>
      </p:sp>
      <p:pic>
        <p:nvPicPr>
          <p:cNvPr id="17" name="Espace réservé du contenu 16">
            <a:extLst>
              <a:ext uri="{FF2B5EF4-FFF2-40B4-BE49-F238E27FC236}">
                <a16:creationId xmlns:a16="http://schemas.microsoft.com/office/drawing/2014/main" id="{20080D52-C5D2-061D-426A-223FB6D51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5861"/>
            <a:ext cx="8229600" cy="4374641"/>
          </a:xfrm>
        </p:spPr>
      </p:pic>
    </p:spTree>
    <p:extLst>
      <p:ext uri="{BB962C8B-B14F-4D97-AF65-F5344CB8AC3E}">
        <p14:creationId xmlns:p14="http://schemas.microsoft.com/office/powerpoint/2010/main" val="222323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572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6EFD"/>
                </a:solidFill>
              </a:defRPr>
            </a:pPr>
            <a:r>
              <a:rPr dirty="0"/>
              <a:t>1. Authentication</a:t>
            </a:r>
          </a:p>
        </p:txBody>
      </p:sp>
      <p:pic>
        <p:nvPicPr>
          <p:cNvPr id="4" name="Picture 3" descr="01_auth_login.png"/>
          <p:cNvPicPr>
            <a:picLocks noChangeAspect="1"/>
          </p:cNvPicPr>
          <p:nvPr/>
        </p:nvPicPr>
        <p:blipFill rotWithShape="1">
          <a:blip r:embed="rId2"/>
          <a:srcRect l="12054"/>
          <a:stretch/>
        </p:blipFill>
        <p:spPr>
          <a:xfrm>
            <a:off x="1224643" y="1280160"/>
            <a:ext cx="643345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5049" y="5486400"/>
            <a:ext cx="76939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fr-FR" dirty="0"/>
              <a:t>Système de connexion sécurisé utilisant </a:t>
            </a:r>
            <a:r>
              <a:rPr lang="fr-FR" b="1" dirty="0"/>
              <a:t>ASP.NET Identity</a:t>
            </a:r>
            <a:r>
              <a:rPr lang="fr-FR" dirty="0"/>
              <a:t> avec un accès basé sur les rôles.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2842" y="274320"/>
            <a:ext cx="34183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6EFD"/>
                </a:solidFill>
              </a:defRPr>
            </a:pPr>
            <a:r>
              <a:rPr lang="fr-FR" sz="2800" b="1" dirty="0"/>
              <a:t>2. Gestion des projets</a:t>
            </a:r>
            <a:endParaRPr dirty="0"/>
          </a:p>
        </p:txBody>
      </p:sp>
      <p:pic>
        <p:nvPicPr>
          <p:cNvPr id="4" name="Picture 3" descr="03_project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0467" y="5486400"/>
            <a:ext cx="86230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fr-FR" sz="2000" dirty="0"/>
              <a:t>Les </a:t>
            </a:r>
            <a:r>
              <a:rPr lang="fr-FR" sz="2000" b="1" dirty="0"/>
              <a:t>administrateurs</a:t>
            </a:r>
            <a:r>
              <a:rPr lang="fr-FR" sz="2000" dirty="0"/>
              <a:t> et les </a:t>
            </a:r>
            <a:r>
              <a:rPr lang="fr-FR" sz="2000" b="1" dirty="0"/>
              <a:t>managers</a:t>
            </a:r>
            <a:r>
              <a:rPr lang="fr-FR" sz="2000" dirty="0"/>
              <a:t> peuvent créer, consulter et gérer les projets</a:t>
            </a:r>
            <a:r>
              <a:rPr lang="fr-F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22859" y="274320"/>
            <a:ext cx="18982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6EFD"/>
                </a:solidFill>
              </a:defRPr>
            </a:pPr>
            <a:r>
              <a:rPr lang="fr-FR" sz="2800" b="1" dirty="0"/>
              <a:t>4. Rapports</a:t>
            </a:r>
            <a:endParaRPr dirty="0"/>
          </a:p>
        </p:txBody>
      </p:sp>
      <p:pic>
        <p:nvPicPr>
          <p:cNvPr id="4" name="Picture 3" descr="17_report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35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113" y="5486400"/>
            <a:ext cx="81657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fr-FR" sz="2000" dirty="0"/>
              <a:t>Génération de statistiques sur les tâches, regroupées par </a:t>
            </a:r>
            <a:r>
              <a:rPr lang="fr-FR" sz="2000" b="1" dirty="0"/>
              <a:t>statut</a:t>
            </a:r>
            <a:r>
              <a:rPr lang="fr-FR" sz="2000" dirty="0"/>
              <a:t> et par </a:t>
            </a:r>
            <a:r>
              <a:rPr lang="fr-FR" sz="2000" b="1" dirty="0"/>
              <a:t>projet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6EFD"/>
                </a:solidFill>
              </a:defRPr>
            </a:pPr>
            <a:r>
              <a:rPr dirty="0"/>
              <a:t>5. Administration</a:t>
            </a:r>
          </a:p>
        </p:txBody>
      </p:sp>
      <p:pic>
        <p:nvPicPr>
          <p:cNvPr id="4" name="Picture 3" descr="14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8407" y="5486400"/>
            <a:ext cx="77071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fr-FR" dirty="0"/>
              <a:t>Tableau de bord administrateur permettant de gérer les utilisateurs et d’attribuer les rôles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75F350-5436-2377-B451-C018B77B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d’un nouvel utilisateur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4F1CE56-27CF-F5F0-1160-6CAFA5A67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620" y="1885055"/>
            <a:ext cx="7010760" cy="3956253"/>
          </a:xfrm>
        </p:spPr>
      </p:pic>
    </p:spTree>
    <p:extLst>
      <p:ext uri="{BB962C8B-B14F-4D97-AF65-F5344CB8AC3E}">
        <p14:creationId xmlns:p14="http://schemas.microsoft.com/office/powerpoint/2010/main" val="297755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15D8A-C36F-ABE4-5C32-F98559B1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d’une tache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0AD1BEB-6AE6-3F32-0C11-05281FD95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486" y="1872354"/>
            <a:ext cx="6363027" cy="3981655"/>
          </a:xfrm>
        </p:spPr>
      </p:pic>
    </p:spTree>
    <p:extLst>
      <p:ext uri="{BB962C8B-B14F-4D97-AF65-F5344CB8AC3E}">
        <p14:creationId xmlns:p14="http://schemas.microsoft.com/office/powerpoint/2010/main" val="409247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rPr lang="fr-FR" sz="3600" b="1" dirty="0"/>
              <a:t>Architecture du système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Séparation des responsabilités avec </a:t>
            </a:r>
            <a:r>
              <a:rPr lang="fr-FR" b="1" dirty="0"/>
              <a:t>MVC</a:t>
            </a:r>
            <a:endParaRPr lang="fr-FR" dirty="0"/>
          </a:p>
          <a:p>
            <a:r>
              <a:rPr lang="fr-FR" b="1" dirty="0"/>
              <a:t>Contrôleurs</a:t>
            </a:r>
            <a:r>
              <a:rPr lang="fr-FR" dirty="0"/>
              <a:t> pour la gestion des requêtes</a:t>
            </a:r>
          </a:p>
          <a:p>
            <a:r>
              <a:rPr lang="fr-FR" b="1" dirty="0"/>
              <a:t>Services</a:t>
            </a:r>
            <a:r>
              <a:rPr lang="fr-FR" dirty="0"/>
              <a:t> pour la logique métier</a:t>
            </a:r>
          </a:p>
          <a:p>
            <a:r>
              <a:rPr lang="fr-FR" b="1" dirty="0"/>
              <a:t>Modèles</a:t>
            </a:r>
            <a:r>
              <a:rPr lang="fr-FR" dirty="0"/>
              <a:t> pour la persistance des données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académique entièrement fonctionnel</a:t>
            </a:r>
          </a:p>
          <a:p>
            <a:r>
              <a:rPr lang="fr-FR" dirty="0"/>
              <a:t>Conception propre, sécurisée et maintenable</a:t>
            </a:r>
          </a:p>
          <a:p>
            <a:r>
              <a:rPr lang="fr-FR" dirty="0"/>
              <a:t>Démonstration concrète de l’implémentation </a:t>
            </a:r>
            <a:r>
              <a:rPr lang="fr-FR" b="1" dirty="0"/>
              <a:t>Scrum &amp; Kanban</a:t>
            </a:r>
            <a:r>
              <a:rPr lang="fr-FR" dirty="0"/>
              <a:t> en situation réelle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238</Words>
  <Application>Microsoft Office PowerPoint</Application>
  <PresentationFormat>Affichage à l'écran (4:3)</PresentationFormat>
  <Paragraphs>38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 Variable Text</vt:lpstr>
      <vt:lpstr>Office Theme</vt:lpstr>
      <vt:lpstr>Task Manager – ASP.NET</vt:lpstr>
      <vt:lpstr>Présentation du projet</vt:lpstr>
      <vt:lpstr>Pile technologique (Technology Stack)</vt:lpstr>
      <vt:lpstr>Diagramme des cas d’utilisations</vt:lpstr>
      <vt:lpstr>Diagramme de classes</vt:lpstr>
      <vt:lpstr>Diagramme de sequences</vt:lpstr>
      <vt:lpstr>Présentation PowerPoint</vt:lpstr>
      <vt:lpstr>Présentation PowerPoint</vt:lpstr>
      <vt:lpstr>Présentation PowerPoint</vt:lpstr>
      <vt:lpstr>Présentation PowerPoint</vt:lpstr>
      <vt:lpstr>Création d’un nouvel utilisateur</vt:lpstr>
      <vt:lpstr>Création d’une tache</vt:lpstr>
      <vt:lpstr>Architecture du système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Manager – ASP.NET Core MVC</dc:title>
  <dc:subject/>
  <dc:creator/>
  <cp:keywords/>
  <dc:description>generated using python-pptx</dc:description>
  <cp:lastModifiedBy>Elitebook</cp:lastModifiedBy>
  <cp:revision>4</cp:revision>
  <dcterms:created xsi:type="dcterms:W3CDTF">2013-01-27T09:14:16Z</dcterms:created>
  <dcterms:modified xsi:type="dcterms:W3CDTF">2025-12-24T21:50:04Z</dcterms:modified>
  <cp:category/>
</cp:coreProperties>
</file>